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Title 1"/>
        <p:cNvGrpSpPr/>
        <p:nvPr/>
      </p:nvGrpSpPr>
      <p:grpSpPr>
        <a:xfrm>
          <a:off x="0" y="0"/>
          <a:ext cx="9144000" cy="6858000"/>
        </a:xfrm>
      </p:grpSpPr>
      <p:sp>
        <p:nvSpPr>
          <p:cNvPr id="2" name="Title 1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5400" bold="1"/>
              <a:t>Employee Compensation Review 2024</a:t>
            </a:r>
          </a:p>
        </p:txBody>
      </p:sp>
      <p:sp>
        <p:nvSpPr>
          <p:cNvPr id="3" name="Subtitle 2"/>
          <p:cNvSpPr/>
          <p:nvPr/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r>
              <a:rPr lang="en-US" sz="3200"/>
              <a:t>Synthetic business presentation for benchmarking</a:t>
            </a:r>
          </a:p>
          <a:p>
            <a:r>
              <a:rPr lang="en-US" sz="2400"/>
              <a:t>Generated: 2026-01-03</a:t>
            </a:r>
          </a:p>
        </p:txBody>
      </p:sp>
    </p:spTree>
  </p:cSld>
</p:sld>
</file>

<file path=docProps/core.xml><?xml version="1.0" encoding="utf-8"?>
<cp:coreProperties xmlns:cp="http://schemas.openxmlformats.org/officeDocument/2006/metadata/core-properties" xmlns:dc="http://purl.org/dc/elements/1.1/">
  <dc:title>Employee Compensation Review 2024</dc:title>
  <dc:created>2026-01-03T13:35:00.637426</dc:created>
</cp:coreProperties>
</file>
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 standalone="yes"?>
<p:sld xmlns:p="http://schemas.openxmlformats.org/presentationml/2006/main" xmlns:r="http://schemas.openxmlformats.org/officeDocument/2006/relationships" xmlns:a="http://schemas.openxmlformats.org/drawingml/2006/main">
<p:cSld>
<p:bg><p:bgPr><a:solidFill><a:srgbClr val="FFFFFF"/></a:solidFill></p:bgPr></p:bg>
<p:spTree>
<p:nvGrpSpPr><p:cNvPr id="1" name="Title 1"/><p:cNvGrpSpPr/><p:nvPr/></p:nvGrpSpPr>
<p:grpSpPr><a:xfrm><a:off x="0" y="0"/><a:ext cx="9144000" cy="6858000"/></a:xfrm></p:grpSpPr>
<p:sp>
<p:nvSpPr><p:cNvPr id="2" name="Title 1"/><p:cNvSpPr/><p:nvPr/></p:nvSpPr>
<p:spPr><a:xfrm><a:off x="457200" y="274638"/><a:ext cx="8229600" cy="1143000"/></a:xfrm></p:spPr>
<p:txBody><a:bodyPr/><a:lstStyle/>
<a:p><a:r><a:rPr lang="en-US" sz="5400" bold="1"/><a:t>Q2 2024 Sales Strategy & Financial Forecast</a:t></a:r></a:p>
</p:txBody>
</p:sp>
<p:sp>
<p:nvSpPr><p:cNvPr id="3" name="Subtitle 2"/><p:cNvSpPr/><p:nvPr/></p:nvSpPr>
<p:spPr><a:xfrm><a:off x="457200" y="1600200"/><a:ext cx="8229600" cy="4572000"/></a:xfrm></p:spPr>
<p:txBody><a:bodyPr/><a:lstStyle/>
<a:p><a:r><a:rPr lang="en-US" sz="3200"/><a:t>Synthetic business presentation for benchmarking</a:t></a:r></a:p>
<a:p><a:r><a:rPr lang="en-US" sz="2400"/><a:t>Generated: 2026-01-03</a:t></a:r></a:p>
</p:txBody>
</p:sp>
</p:spTree>
</p:cSld>
</p:sld>
</file>

<file path=docProps/core.xml><?xml version="1.0" encoding="UTF-8" standalone="yes"?>
<cp:coreProperties xmlns:cp="http://schemas.openxmlformats.org/officeDocument/2006/metadata/core-properties" xmlns:dc="http://purl.org/dc/elements/1.1/">
<dc:title>Q2 2024 Sales Strategy & Financial Forecast</dc:title>
<dc:created>2026-01-03T13:35:00.629675</dc:created>
</cp:coreProperties>
</file>